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9861aba-efc5-93c7-bd6d-da1147dee024}">
          <p14:sldIdLst>
            <p14:sldId id="256"/>
            <p14:sldId id="257"/>
            <p14:sldId id="258"/>
          </p14:sldIdLst>
        </p14:section>
        <p14:section name="Propuesta" id="{f008a2b7-acb4-c2c3-9c6e-b5d0711da2ea}">
          <p14:sldIdLst>
            <p14:sldId id="259"/>
            <p14:sldId id="260"/>
          </p14:sldIdLst>
        </p14:section>
        <p14:section name="Parte técnica" id="{108e984a-7215-27f1-bd19-0e17dae3c332}">
          <p14:sldIdLst>
            <p14:sldId id="261"/>
            <p14:sldId id="262"/>
            <p14:sldId id="263"/>
            <p14:sldId id="264"/>
          </p14:sldIdLst>
        </p14:section>
        <p14:section name="Cómo se trabaja" id="{11447b7c-f3e8-aaae-5fc8-a44ba59d478e}">
          <p14:sldIdLst>
            <p14:sldId id="265"/>
          </p14:sldIdLst>
        </p14:section>
        <p14:section name="Puesta en marcha" id="{525b262b-d35a-d877-b54c-ccfb9f56c651}">
          <p14:sldIdLst>
            <p14:sldId id="266"/>
          </p14:sldIdLst>
        </p14:section>
        <p14:section name="Cierre" id="{d9096d65-688a-0037-354d-1806bd572cb0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Voy a presentar EVYE, Ecología Verde y Emocional: una plataforma web que une el cuidado de la naturaleza con el bienestar emocional. Me presento y menciono mi ficha del SENA.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EVYE ofrece tres cosas: artículos, recursos y hábitos simples. La idea es que cualquier persona pueda encontrar herramientas sencillas para sentirse mejor y cuidar el entorno.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ajusta los textos con lo que escribiste en la página 'Misión, visión y valores' de tu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Dejo claro qué entra en esta primera versión y qué queda para después. Ajusta las listas con tu página 'Alcance'.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Paleta clara y natural, pensada para transmitir calma. Reemplaza estos colores por los de tu página 'Identidad visual' si son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capas: lo que se ve (Next.js y React), la lógica (Node.js) y los datos (Supabase). Ajusta si en tu wiki la arquitectura cambia.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Muestro solo las entidades principales y algunos campos, no el modelo completo. Cámbialas por las colecciones o tablas reales de tu página 'Modelo de datos'.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Muestro solo las carpetas principales. Adapta el árbol a la estructura real de tu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ruta corresponde a una pantalla. Reemplaza por las rutas reales de tu página 'Mapa de rutas'.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organizo los cambios: ramas por función, commits claros y pull requests antes de unir a la rama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comandos largos están en la wiki, en la Guía de instalación y en Despliegue. Aquí solo muestro los pasos esenciales.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ideas para siguientes versiones. Cambia por las de tu página 'Mejoras futuras'.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Cierro agradeciendo y abro el espacio de preguntas. La documentación completa está en la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286000"/>
            <a:ext cx="5852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 círculo grande"/>
          <p:cNvSpPr/>
          <p:nvPr/>
        </p:nvSpPr>
        <p:spPr>
          <a:xfrm>
            <a:off x="6035040" y="2011680"/>
            <a:ext cx="5120640" cy="5120640"/>
          </a:xfrm>
          <a:prstGeom prst="ellipse">
            <a:avLst/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Decoración círculo pequeño"/>
          <p:cNvSpPr/>
          <p:nvPr/>
        </p:nvSpPr>
        <p:spPr>
          <a:xfrm>
            <a:off x="7040880" y="457200"/>
            <a:ext cx="1463040" cy="1463040"/>
          </a:xfrm>
          <a:prstGeom prst="ellipse">
            <a:avLst/>
          </a:prstGeom>
          <a:solidFill>
            <a:schemeClr val="accent3">
              <a:alpha val="3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Hoja" descr="Ho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94560"/>
            <a:ext cx="1463040" cy="146304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1" type="title" hasCustomPrompt="1"/>
          </p:nvPr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EVYE</a:t>
            </a:r>
            <a:endParaRPr lang="en-US" sz="56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640080" y="2286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Ecología Verde y Emocional</a:t>
            </a:r>
            <a:endParaRPr lang="en-US" sz="2400" dirty="0"/>
          </a:p>
        </p:txBody>
      </p:sp>
      <p:sp>
        <p:nvSpPr>
          <p:cNvPr id="7" name="Lema"/>
          <p:cNvSpPr txBox="1"/>
          <p:nvPr/>
        </p:nvSpPr>
        <p:spPr>
          <a:xfrm>
            <a:off x="640080" y="3063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bg2"/>
                </a:solidFill>
              </a:rPr>
              <a:t>Plataforma web que conecta el cuidado de la naturaleza con el bienestar emocional</a:t>
            </a:r>
            <a:endParaRPr lang="en-US" sz="1600" dirty="0"/>
          </a:p>
        </p:txBody>
      </p:sp>
      <p:sp>
        <p:nvSpPr>
          <p:cNvPr id="8" name="Autora"/>
          <p:cNvSpPr txBox="1"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Edna Patricia Castañeda Zapata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ADSO · SENA Centro Textil y de Gestión Industrial · Ficha 2959814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¿Qué es EVYE?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Una plataforma web para vivir en equilibrio con la naturaleza y con las emociones.</a:t>
            </a:r>
            <a:endParaRPr lang="en-US" sz="1800" dirty="0"/>
          </a:p>
        </p:txBody>
      </p:sp>
      <p:sp>
        <p:nvSpPr>
          <p:cNvPr id="4" name="Tarjeta Artículos"/>
          <p:cNvSpPr/>
          <p:nvPr/>
        </p:nvSpPr>
        <p:spPr>
          <a:xfrm>
            <a:off x="457200" y="19659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o Artículos círculo"/>
          <p:cNvSpPr/>
          <p:nvPr/>
        </p:nvSpPr>
        <p:spPr>
          <a:xfrm>
            <a:off x="731520" y="22402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o Artículos" descr="Icono Artícu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Artículos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Contenido para entender la naturaleza y cuidar las emociones.</a:t>
            </a:r>
            <a:endParaRPr lang="en-US" sz="1400" dirty="0"/>
          </a:p>
        </p:txBody>
      </p:sp>
      <p:sp>
        <p:nvSpPr>
          <p:cNvPr id="9" name="Tarjeta Recursos"/>
          <p:cNvSpPr/>
          <p:nvPr/>
        </p:nvSpPr>
        <p:spPr>
          <a:xfrm>
            <a:off x="3291840" y="19659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o Recursos círculo"/>
          <p:cNvSpPr/>
          <p:nvPr/>
        </p:nvSpPr>
        <p:spPr>
          <a:xfrm>
            <a:off x="3566160" y="224028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o Recursos" descr="Icono Recurs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Recursos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Material práctico para consultar y aplicar cuando se necesite.</a:t>
            </a:r>
            <a:endParaRPr lang="en-US" sz="1400" dirty="0"/>
          </a:p>
        </p:txBody>
      </p:sp>
      <p:sp>
        <p:nvSpPr>
          <p:cNvPr id="14" name="Tarjeta Hábitos simples"/>
          <p:cNvSpPr/>
          <p:nvPr/>
        </p:nvSpPr>
        <p:spPr>
          <a:xfrm>
            <a:off x="6126480" y="196596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o Hábitos simples círculo"/>
          <p:cNvSpPr/>
          <p:nvPr/>
        </p:nvSpPr>
        <p:spPr>
          <a:xfrm>
            <a:off x="6400800" y="224028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o Hábitos simples" descr="Icono Hábitos simp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23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Hábitos simples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Pequeñas acciones diarias para mantener el equilibrio.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Misión, visión y valores</a:t>
            </a:r>
            <a:endParaRPr lang="en-US" sz="3600" dirty="0"/>
          </a:p>
        </p:txBody>
      </p:sp>
      <p:sp>
        <p:nvSpPr>
          <p:cNvPr id="3" name="Fila Misión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 Misión círculo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Misión" descr="Icono Mi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89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Misión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556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Acercar a las personas a la naturaleza como camino hacia el bienestar emocional.</a:t>
            </a:r>
            <a:endParaRPr lang="en-US" sz="1500" dirty="0"/>
          </a:p>
        </p:txBody>
      </p:sp>
      <p:sp>
        <p:nvSpPr>
          <p:cNvPr id="8" name="Fila Visión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 Visión círculo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o Visión" descr="Icono Vis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674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487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Visión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2852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 una plataforma de referencia en hábitos sostenibles y equilibrio emocional.</a:t>
            </a:r>
            <a:endParaRPr lang="en-US" sz="1500" dirty="0"/>
          </a:p>
        </p:txBody>
      </p:sp>
      <p:sp>
        <p:nvSpPr>
          <p:cNvPr id="13" name="Fila Valores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o Valores círculo"/>
          <p:cNvSpPr/>
          <p:nvPr/>
        </p:nvSpPr>
        <p:spPr>
          <a:xfrm>
            <a:off x="685800" y="36118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o Valores" descr="Icono Val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7719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Valores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950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Respeto por la naturaleza · Empatía · Equilibrio · Simplicidad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Alcance del proyecto</a:t>
            </a:r>
            <a:endParaRPr lang="en-US" sz="3600" dirty="0"/>
          </a:p>
        </p:txBody>
      </p:sp>
      <p:sp>
        <p:nvSpPr>
          <p:cNvPr id="3" name="Tarjeta Incluye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" name="Icono Incluye" descr="Inclu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Incluye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Artículos y recursos de consulta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Hábitos simples para el día a día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Sitio web adaptable a celular y computador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Backend y base de datos propios</a:t>
            </a:r>
            <a:endParaRPr lang="en-US" sz="1600" dirty="0"/>
          </a:p>
        </p:txBody>
      </p:sp>
      <p:sp>
        <p:nvSpPr>
          <p:cNvPr id="7" name="Tarjeta Fuera del alcance inicial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8" name="Icono Fuera del alcance inicial" descr="Fuera del alcance inici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Fuera del alcance inicial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1488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Aplicación móvil nativa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Asesoría psicológica profesional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Comunidad o chat entre usuarios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Identidad visual</a:t>
            </a:r>
            <a:endParaRPr lang="en-US" sz="3600" dirty="0"/>
          </a:p>
        </p:txBody>
      </p:sp>
      <p:sp>
        <p:nvSpPr>
          <p:cNvPr id="3" name="Color Verde bosque"/>
          <p:cNvSpPr/>
          <p:nvPr/>
        </p:nvSpPr>
        <p:spPr>
          <a:xfrm>
            <a:off x="45720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Verde bosque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#2C5F2D</a:t>
            </a:r>
            <a:endParaRPr lang="en-US" sz="1400" dirty="0"/>
          </a:p>
        </p:txBody>
      </p:sp>
      <p:sp>
        <p:nvSpPr>
          <p:cNvPr id="6" name="Color Verde musgo"/>
          <p:cNvSpPr/>
          <p:nvPr/>
        </p:nvSpPr>
        <p:spPr>
          <a:xfrm>
            <a:off x="256032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Verde musgo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#97BC62</a:t>
            </a:r>
            <a:endParaRPr lang="en-US" sz="1400" dirty="0"/>
          </a:p>
        </p:txBody>
      </p:sp>
      <p:sp>
        <p:nvSpPr>
          <p:cNvPr id="9" name="Color Ámbar suave"/>
          <p:cNvSpPr/>
          <p:nvPr/>
        </p:nvSpPr>
        <p:spPr>
          <a:xfrm>
            <a:off x="466344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Ámbar suave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#E9A23B</a:t>
            </a:r>
            <a:endParaRPr lang="en-US" sz="1400" dirty="0"/>
          </a:p>
        </p:txBody>
      </p:sp>
      <p:sp>
        <p:nvSpPr>
          <p:cNvPr id="12" name="Color Verde hoja claro"/>
          <p:cNvSpPr/>
          <p:nvPr/>
        </p:nvSpPr>
        <p:spPr>
          <a:xfrm>
            <a:off x="6766560" y="1371600"/>
            <a:ext cx="182880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Verde hoja claro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#EEF5EA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Tipografías: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Cambria para títulos · Calibri para textos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Arquitectura</a:t>
            </a:r>
            <a:endParaRPr lang="en-US" sz="3600" dirty="0"/>
          </a:p>
        </p:txBody>
      </p:sp>
      <p:sp>
        <p:nvSpPr>
          <p:cNvPr id="3" name="Caja Frontend"/>
          <p:cNvSpPr/>
          <p:nvPr/>
        </p:nvSpPr>
        <p:spPr>
          <a:xfrm>
            <a:off x="457200" y="1463040"/>
            <a:ext cx="21945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Icono Frontend círculo"/>
          <p:cNvSpPr/>
          <p:nvPr/>
        </p:nvSpPr>
        <p:spPr>
          <a:xfrm>
            <a:off x="118872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Frontend" descr="Icono Fron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Frontend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Next.js + React</a:t>
            </a:r>
            <a:endParaRPr lang="en-US" sz="1600" dirty="0"/>
          </a:p>
        </p:txBody>
      </p:sp>
      <p:sp>
        <p:nvSpPr>
          <p:cNvPr id="8" name="Flecha 1"/>
          <p:cNvSpPr/>
          <p:nvPr/>
        </p:nvSpPr>
        <p:spPr>
          <a:xfrm>
            <a:off x="2743200" y="2468880"/>
            <a:ext cx="7315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Caja Backend"/>
          <p:cNvSpPr/>
          <p:nvPr/>
        </p:nvSpPr>
        <p:spPr>
          <a:xfrm>
            <a:off x="3566160" y="1463040"/>
            <a:ext cx="21945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Icono Backend círculo"/>
          <p:cNvSpPr/>
          <p:nvPr/>
        </p:nvSpPr>
        <p:spPr>
          <a:xfrm>
            <a:off x="4297680" y="164592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ono Backend" descr="Icono 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Backend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Node.js</a:t>
            </a:r>
            <a:endParaRPr lang="en-US" sz="1600" dirty="0"/>
          </a:p>
        </p:txBody>
      </p:sp>
      <p:sp>
        <p:nvSpPr>
          <p:cNvPr id="14" name="Flecha 2"/>
          <p:cNvSpPr/>
          <p:nvPr/>
        </p:nvSpPr>
        <p:spPr>
          <a:xfrm>
            <a:off x="5852160" y="2468880"/>
            <a:ext cx="7315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ja Base de datos"/>
          <p:cNvSpPr/>
          <p:nvPr/>
        </p:nvSpPr>
        <p:spPr>
          <a:xfrm>
            <a:off x="6675120" y="1463040"/>
            <a:ext cx="21945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Icono Base de datos círculo"/>
          <p:cNvSpPr/>
          <p:nvPr/>
        </p:nvSpPr>
        <p:spPr>
          <a:xfrm>
            <a:off x="7406640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o Base de datos" descr="Icono Base de da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751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Base de datos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6751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Supabase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persona usuaria navega desde el navegador; el backend gestiona la lógica y los datos viven en Supabase.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Modelo de datos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Entidades principales (esquema simplificado)</a:t>
            </a:r>
            <a:endParaRPr lang="en-US" sz="1600" dirty="0"/>
          </a:p>
        </p:txBody>
      </p:sp>
      <p:sp>
        <p:nvSpPr>
          <p:cNvPr id="4" name="Encabezado Usuarios"/>
          <p:cNvSpPr/>
          <p:nvPr/>
        </p:nvSpPr>
        <p:spPr>
          <a:xfrm>
            <a:off x="457200" y="1645920"/>
            <a:ext cx="18745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Usuarios</a:t>
            </a:r>
            <a:endParaRPr lang="en-US" sz="1800" dirty="0"/>
          </a:p>
        </p:txBody>
      </p:sp>
      <p:sp>
        <p:nvSpPr>
          <p:cNvPr id="6" name="Cuerpo Usuarios"/>
          <p:cNvSpPr/>
          <p:nvPr/>
        </p:nvSpPr>
        <p:spPr>
          <a:xfrm>
            <a:off x="457200" y="2194560"/>
            <a:ext cx="187452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774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correo</a:t>
            </a:r>
            <a:endParaRPr lang="en-US" sz="1500" dirty="0"/>
          </a:p>
        </p:txBody>
      </p:sp>
      <p:sp>
        <p:nvSpPr>
          <p:cNvPr id="8" name="Encabezado Artículos"/>
          <p:cNvSpPr/>
          <p:nvPr/>
        </p:nvSpPr>
        <p:spPr>
          <a:xfrm>
            <a:off x="2578608" y="1645920"/>
            <a:ext cx="18745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Artículos</a:t>
            </a:r>
            <a:endParaRPr lang="en-US" sz="1800" dirty="0"/>
          </a:p>
        </p:txBody>
      </p:sp>
      <p:sp>
        <p:nvSpPr>
          <p:cNvPr id="10" name="Cuerpo Artículos"/>
          <p:cNvSpPr/>
          <p:nvPr/>
        </p:nvSpPr>
        <p:spPr>
          <a:xfrm>
            <a:off x="2578608" y="2194560"/>
            <a:ext cx="187452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07208" y="23774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contenido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categoría</a:t>
            </a:r>
            <a:endParaRPr lang="en-US" sz="1500" dirty="0"/>
          </a:p>
        </p:txBody>
      </p:sp>
      <p:sp>
        <p:nvSpPr>
          <p:cNvPr id="12" name="Encabezado Recursos"/>
          <p:cNvSpPr/>
          <p:nvPr/>
        </p:nvSpPr>
        <p:spPr>
          <a:xfrm>
            <a:off x="4700016" y="1645920"/>
            <a:ext cx="18745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0016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Recursos</a:t>
            </a:r>
            <a:endParaRPr lang="en-US" sz="1800" dirty="0"/>
          </a:p>
        </p:txBody>
      </p:sp>
      <p:sp>
        <p:nvSpPr>
          <p:cNvPr id="14" name="Cuerpo Recursos"/>
          <p:cNvSpPr/>
          <p:nvPr/>
        </p:nvSpPr>
        <p:spPr>
          <a:xfrm>
            <a:off x="4700016" y="2194560"/>
            <a:ext cx="187452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28616" y="23774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título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enlace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categoría</a:t>
            </a:r>
            <a:endParaRPr lang="en-US" sz="1500" dirty="0"/>
          </a:p>
        </p:txBody>
      </p:sp>
      <p:sp>
        <p:nvSpPr>
          <p:cNvPr id="16" name="Encabezado Hábitos"/>
          <p:cNvSpPr/>
          <p:nvPr/>
        </p:nvSpPr>
        <p:spPr>
          <a:xfrm>
            <a:off x="6821424" y="1645920"/>
            <a:ext cx="187452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Hábitos</a:t>
            </a:r>
            <a:endParaRPr lang="en-US" sz="1800" dirty="0"/>
          </a:p>
        </p:txBody>
      </p:sp>
      <p:sp>
        <p:nvSpPr>
          <p:cNvPr id="18" name="Cuerpo Hábitos"/>
          <p:cNvSpPr/>
          <p:nvPr/>
        </p:nvSpPr>
        <p:spPr>
          <a:xfrm>
            <a:off x="6821424" y="2194560"/>
            <a:ext cx="187452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50024" y="2377440"/>
            <a:ext cx="1463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Estructura de carpetas</a:t>
            </a:r>
            <a:endParaRPr lang="en-US" sz="3600" dirty="0"/>
          </a:p>
        </p:txBody>
      </p:sp>
      <p:sp>
        <p:nvSpPr>
          <p:cNvPr id="3" name="Panel de código"/>
          <p:cNvSpPr/>
          <p:nvPr/>
        </p:nvSpPr>
        <p:spPr>
          <a:xfrm>
            <a:off x="457200" y="1280160"/>
            <a:ext cx="5120640" cy="3108960"/>
          </a:xfrm>
          <a:prstGeom prst="roundRect">
            <a:avLst>
              <a:gd name="adj" fmla="val 294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evye/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          páginas y rutas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components/   piezas de interfaz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lib/          conexión a Supabase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public/       imágenes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.env.local    variables secretas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Una responsabilidad por carpeta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22860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Facilita el trabajo en equipo, la búsqueda de archivos y el mantenimiento del proyecto.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Mapa de rutas</a:t>
            </a:r>
            <a:endParaRPr lang="en-US" sz="3600" dirty="0"/>
          </a:p>
        </p:txBody>
      </p:sp>
      <p:graphicFrame>
        <p:nvGraphicFramePr>
          <p:cNvPr id="10" name="Tabla de ru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Función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</a:rPr>
                        <a:t>Inicio y presentación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/articulos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</a:rPr>
                        <a:t>Listado y lectura de artículos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/recursos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</a:rPr>
                        <a:t>Recursos de consulta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/habitos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</a:rPr>
                        <a:t>Hábitos simples para el día a día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/acerca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1"/>
                          </a:solidFill>
                        </a:rPr>
                        <a:t>Misión, visión y valores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Flujo de trabajo con Git</a:t>
            </a:r>
            <a:endParaRPr lang="en-US" sz="3600" dirty="0"/>
          </a:p>
        </p:txBody>
      </p:sp>
      <p:sp>
        <p:nvSpPr>
          <p:cNvPr id="3" name="Conector 1"/>
          <p:cNvSpPr/>
          <p:nvPr/>
        </p:nvSpPr>
        <p:spPr>
          <a:xfrm>
            <a:off x="1143000" y="1783080"/>
            <a:ext cx="9784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" name="Paso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Crear rama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rama por cada función nueva</a:t>
            </a:r>
            <a:endParaRPr lang="en-US" sz="1400" dirty="0"/>
          </a:p>
        </p:txBody>
      </p:sp>
      <p:sp>
        <p:nvSpPr>
          <p:cNvPr id="8" name="Conector 2"/>
          <p:cNvSpPr/>
          <p:nvPr/>
        </p:nvSpPr>
        <p:spPr>
          <a:xfrm>
            <a:off x="2807208" y="1783080"/>
            <a:ext cx="9784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9" name="Paso 2"/>
          <p:cNvSpPr/>
          <p:nvPr/>
        </p:nvSpPr>
        <p:spPr>
          <a:xfrm>
            <a:off x="2121408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1408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Cambios pequeños con mensaje claro</a:t>
            </a:r>
            <a:endParaRPr lang="en-US" sz="1400" dirty="0"/>
          </a:p>
        </p:txBody>
      </p:sp>
      <p:sp>
        <p:nvSpPr>
          <p:cNvPr id="13" name="Conector 3"/>
          <p:cNvSpPr/>
          <p:nvPr/>
        </p:nvSpPr>
        <p:spPr>
          <a:xfrm>
            <a:off x="4471416" y="1783080"/>
            <a:ext cx="9784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4" name="Paso 3"/>
          <p:cNvSpPr/>
          <p:nvPr/>
        </p:nvSpPr>
        <p:spPr>
          <a:xfrm>
            <a:off x="3785616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85616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Push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785616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Subir la rama a GitHub</a:t>
            </a:r>
            <a:endParaRPr lang="en-US" sz="1400" dirty="0"/>
          </a:p>
        </p:txBody>
      </p:sp>
      <p:sp>
        <p:nvSpPr>
          <p:cNvPr id="18" name="Conector 4"/>
          <p:cNvSpPr/>
          <p:nvPr/>
        </p:nvSpPr>
        <p:spPr>
          <a:xfrm>
            <a:off x="6135624" y="1783080"/>
            <a:ext cx="978408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9" name="Paso 4"/>
          <p:cNvSpPr/>
          <p:nvPr/>
        </p:nvSpPr>
        <p:spPr>
          <a:xfrm>
            <a:off x="5449824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9824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49824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Pull request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49824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Revisar los cambios antes de unir</a:t>
            </a:r>
            <a:endParaRPr lang="en-US" sz="1400" dirty="0"/>
          </a:p>
        </p:txBody>
      </p:sp>
      <p:sp>
        <p:nvSpPr>
          <p:cNvPr id="23" name="Paso 5"/>
          <p:cNvSpPr/>
          <p:nvPr/>
        </p:nvSpPr>
        <p:spPr>
          <a:xfrm>
            <a:off x="7114032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14032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Merge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97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Integrar a la rama principal</a:t>
            </a:r>
            <a:endParaRPr lang="en-US" sz="1400" dirty="0"/>
          </a:p>
        </p:txBody>
      </p:sp>
      <p:sp>
        <p:nvSpPr>
          <p:cNvPr id="27" name="Franja de ramas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feature/nombre  →  pull request  →  main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Instalación y despliegue</a:t>
            </a:r>
            <a:endParaRPr lang="en-US" sz="3600" dirty="0"/>
          </a:p>
        </p:txBody>
      </p:sp>
      <p:sp>
        <p:nvSpPr>
          <p:cNvPr id="3" name="Tarjeta Instalación"/>
          <p:cNvSpPr/>
          <p:nvPr/>
        </p:nvSpPr>
        <p:spPr>
          <a:xfrm>
            <a:off x="45720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 Instalación círculo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Instalación" descr="Icono Instal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Instalación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Clonar el repositorio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npm install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Crear .env.local con las claves de Supabase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npm run dev</a:t>
            </a:r>
            <a:endParaRPr lang="en-US" sz="1600" dirty="0"/>
          </a:p>
        </p:txBody>
      </p:sp>
      <p:sp>
        <p:nvSpPr>
          <p:cNvPr id="8" name="Tarjeta Despliegue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 Despliegue círculo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o Despliegue" descr="Icono Desplieg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Despliegue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2860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Subir el código a GitHub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Conectar el repositorio al hosting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Configurar las variables de entorno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Publicar y probar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Mejoras futuras</a:t>
            </a:r>
            <a:endParaRPr lang="en-US" sz="3600" dirty="0"/>
          </a:p>
        </p:txBody>
      </p:sp>
      <p:sp>
        <p:nvSpPr>
          <p:cNvPr id="3" name="Tarjeta Aplicación móvil"/>
          <p:cNvSpPr/>
          <p:nvPr/>
        </p:nvSpPr>
        <p:spPr>
          <a:xfrm>
            <a:off x="45720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o Aplicación móvil círculo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 Aplicación móvil" descr="Icono Aplicación móv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105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Aplicación móvil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Llevar EVYE al celular.</a:t>
            </a:r>
            <a:endParaRPr lang="en-US" sz="1400" dirty="0"/>
          </a:p>
        </p:txBody>
      </p:sp>
      <p:sp>
        <p:nvSpPr>
          <p:cNvPr id="8" name="Tarjeta Cuentas y favoritos"/>
          <p:cNvSpPr/>
          <p:nvPr/>
        </p:nvSpPr>
        <p:spPr>
          <a:xfrm>
            <a:off x="4663440" y="128016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o Cuentas y favoritos círculo"/>
          <p:cNvSpPr/>
          <p:nvPr/>
        </p:nvSpPr>
        <p:spPr>
          <a:xfrm>
            <a:off x="4937760" y="1627632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o Cuentas y favoritos" descr="Icono Cuentas y favor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1051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9788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Cuentas y favoritos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897880" y="2057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Guardar artículos y hábitos.</a:t>
            </a:r>
            <a:endParaRPr lang="en-US" sz="1400" dirty="0"/>
          </a:p>
        </p:txBody>
      </p:sp>
      <p:sp>
        <p:nvSpPr>
          <p:cNvPr id="13" name="Tarjeta Búsqueda y filtros"/>
          <p:cNvSpPr/>
          <p:nvPr/>
        </p:nvSpPr>
        <p:spPr>
          <a:xfrm>
            <a:off x="457200" y="292608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o Búsqueda y filtros círculo"/>
          <p:cNvSpPr/>
          <p:nvPr/>
        </p:nvSpPr>
        <p:spPr>
          <a:xfrm>
            <a:off x="731520" y="3273552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o Búsqueda y filtros" descr="Icono Búsqueda y filtr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56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Búsqueda y filtros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Encontrar contenido rápido.</a:t>
            </a:r>
            <a:endParaRPr lang="en-US" sz="1400" dirty="0"/>
          </a:p>
        </p:txBody>
      </p:sp>
      <p:sp>
        <p:nvSpPr>
          <p:cNvPr id="18" name="Tarjeta Panel de administración"/>
          <p:cNvSpPr/>
          <p:nvPr/>
        </p:nvSpPr>
        <p:spPr>
          <a:xfrm>
            <a:off x="4663440" y="292608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o Panel de administración círculo"/>
          <p:cNvSpPr/>
          <p:nvPr/>
        </p:nvSpPr>
        <p:spPr>
          <a:xfrm>
            <a:off x="4937760" y="3273552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o Panel de administración" descr="Icono Panel de administr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45643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9788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Panel de administración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8978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Gestionar el contenido.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ción círculo grande"/>
          <p:cNvSpPr/>
          <p:nvPr/>
        </p:nvSpPr>
        <p:spPr>
          <a:xfrm>
            <a:off x="6035040" y="2011680"/>
            <a:ext cx="5120640" cy="5120640"/>
          </a:xfrm>
          <a:prstGeom prst="ellipse">
            <a:avLst/>
          </a:prstGeom>
          <a:solidFill>
            <a:schemeClr val="accent2">
              <a:alpha val="2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Hoja" descr="Ho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9456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0972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Gracias</a:t>
            </a:r>
            <a:endParaRPr lang="en-US" sz="56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640080" y="22860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EVYE – Ecología Verde y Emocional</a:t>
            </a:r>
            <a:endParaRPr lang="en-US" sz="2400" dirty="0"/>
          </a:p>
        </p:txBody>
      </p:sp>
      <p:sp>
        <p:nvSpPr>
          <p:cNvPr id="6" name="Contacto"/>
          <p:cNvSpPr txBox="1"/>
          <p:nvPr/>
        </p:nvSpPr>
        <p:spPr>
          <a:xfrm>
            <a:off x="64008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Toda la documentación está en la wiki del repositorio.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GitHub: ednacanastaneda021</a:t>
            </a:r>
            <a:endParaRPr lang="en-US" sz="1600" dirty="0"/>
          </a:p>
        </p:txBody>
      </p:sp>
      <p:sp>
        <p:nvSpPr>
          <p:cNvPr id="7" name="Preguntas"/>
          <p:cNvSpPr txBox="1"/>
          <p:nvPr/>
        </p:nvSpPr>
        <p:spPr>
          <a:xfrm>
            <a:off x="64008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¿Preguntas?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YE">
  <a:themeElements>
    <a:clrScheme name="EVYE">
      <a:dk1>
        <a:srgbClr val="1B2A21"/>
      </a:dk1>
      <a:lt1>
        <a:srgbClr val="FFFFFF"/>
      </a:lt1>
      <a:dk2>
        <a:srgbClr val="1F4D2E"/>
      </a:dk2>
      <a:lt2>
        <a:srgbClr val="EEF5EA"/>
      </a:lt2>
      <a:accent1>
        <a:srgbClr val="2C5F2D"/>
      </a:accent1>
      <a:accent2>
        <a:srgbClr val="97BC62"/>
      </a:accent2>
      <a:accent3>
        <a:srgbClr val="E9A23B"/>
      </a:accent3>
      <a:accent4>
        <a:srgbClr val="6FA8A0"/>
      </a:accent4>
      <a:accent5>
        <a:srgbClr val="B5838D"/>
      </a:accent5>
      <a:accent6>
        <a:srgbClr val="4F7CAC"/>
      </a:accent6>
      <a:hlink>
        <a:srgbClr val="2C5F2D"/>
      </a:hlink>
      <a:folHlink>
        <a:srgbClr val="6B6B6B"/>
      </a:folHlink>
    </a:clrScheme>
    <a:fontScheme name="EVY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EVYE – Ecología Verde y Emocional</dc:title>
  <dc:subject>PptxGenJS Presentation</dc:subject>
  <dc:creator>Edna Patricia Castañeda Zapata</dc:creator>
  <cp:lastModifiedBy>Edna Patricia Castañeda Zapata</cp:lastModifiedBy>
  <cp:revision>1</cp:revision>
  <dcterms:created xsi:type="dcterms:W3CDTF">2026-10-08T19:31:31Z</dcterms:created>
  <dcterms:modified xsi:type="dcterms:W3CDTF">2026-10-08T19:31:31Z</dcterms:modified>
</cp:coreProperties>
</file>